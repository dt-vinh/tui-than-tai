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645920"/>
            <a:ext cx="4572000" cy="45720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0F8F5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Túi Thần Tài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507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chi tiêu thông minh — AI · Google Drive · Đa ngôn ngữ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749040" y="3246120"/>
            <a:ext cx="164592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015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100" kern="0" dirty="0">
                <a:solidFill>
                  <a:srgbClr val="3A5A4A"/>
                </a:solidFill>
              </a:rPr>
              <a:t>Android  ·  Kotlin + Jetpack Compose  ·  Material 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C:/Users/Admin/Documents/vinh/tui-than-tai/docs/store-imgs/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8580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tiền,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6304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trong tầm tay.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11480" y="2359152"/>
            <a:ext cx="128016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642616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251460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Thống kê thu chi theo danh mục &amp; tháng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3026664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Quản lý nhiều tài khoản cùng lúc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3666744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" y="353872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Lịch sử giao dịch đầy đủ, dễ tra cứu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4681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C:/Users/Admin/Documents/vinh/tui-than-tai/docs/store-imgs/02-ai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8580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Chụp ảnh.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6304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tự ghi chép.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11480" y="2359152"/>
            <a:ext cx="128016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642616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251460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Gemini Vision nhận diện hoá đơn tức thì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3026664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💵  Hỗ trợ tờ tiền, screenshot Shopee/MoMo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3666744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" y="353872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Đa ngôn ngữ: VI · EN · TH · JP · KR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4681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C:/Users/Admin/Documents/vinh/tui-than-tai/docs/store-imgs/03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8580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Biết rõ tiền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6304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 đâu, vì sao.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11480" y="2359152"/>
            <a:ext cx="128016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642616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251460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Biểu đồ thu/chi theo thời gian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3026664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🗂️  Phân tích theo từng danh mục chi tiêu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3666744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" y="353872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So sánh ngân sách vs thực chi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4681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0F8F5F">
              <a:alpha val="9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C:/Users/Admin/Documents/vinh/tui-than-tai/docs/store-imgs/04-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9071" y="171450"/>
            <a:ext cx="2700338" cy="4800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8580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của bạn,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11480" y="1463040"/>
            <a:ext cx="554755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8C9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luôn an toàn.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411480" y="2359152"/>
            <a:ext cx="128016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2642616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" y="2514600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Auto backup Google Drive lúc 8:00 tối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80" y="3154680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0936" y="3026664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Xác thực OAuth 2.0 — token tự làm mới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11480" y="3666744"/>
            <a:ext cx="128016" cy="128016"/>
          </a:xfrm>
          <a:prstGeom prst="ellipse">
            <a:avLst/>
          </a:prstGeom>
          <a:solidFill>
            <a:srgbClr val="0F8F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" y="3538728"/>
            <a:ext cx="53280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 Khôi phục dữ liệu chỉ một chạm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" y="46817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Túi Thần Tài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914400"/>
            <a:ext cx="7315200" cy="7315200"/>
          </a:xfrm>
          <a:prstGeom prst="ellipse">
            <a:avLst/>
          </a:prstGeom>
          <a:solidFill>
            <a:srgbClr val="0F8F5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Cảm ơn bạn đã xem!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Túi Thần Tài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2880360"/>
            <a:ext cx="1828800" cy="36576"/>
          </a:xfrm>
          <a:prstGeom prst="rect">
            <a:avLst/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50" kern="0" dirty="0">
                <a:solidFill>
                  <a:srgbClr val="5070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github.com/dt-vinh/tui-than-tai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100" kern="0" dirty="0">
                <a:solidFill>
                  <a:srgbClr val="3A5A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 ·  Kotlin  ·  Gemini Vision  ·  Google Drive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4709160"/>
            <a:ext cx="502920" cy="320040"/>
          </a:xfrm>
          <a:prstGeom prst="roundRect">
            <a:avLst>
              <a:gd name="adj" fmla="val 17143"/>
            </a:avLst>
          </a:prstGeom>
          <a:solidFill>
            <a:srgbClr val="0A33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0" y="47091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F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2026-06-10T15:24:31Z</dcterms:created>
  <dcterms:modified xsi:type="dcterms:W3CDTF">2026-06-10T15:24:31Z</dcterms:modified>
</cp:coreProperties>
</file>