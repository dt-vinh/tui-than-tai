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dt-vinh/tui-than-tai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365760"/>
            <a:ext cx="2011680" cy="2011680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2E9E5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TÚI THẦN TÀI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D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Lucky Wallet  ·  Android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chi tiêu thông minh bằng AI —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chụp ảnh hoá đơn, app tự ghi chép.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86968" cy="274320"/>
          </a:xfrm>
          <a:prstGeom prst="roundRect">
            <a:avLst>
              <a:gd name="adj" fmla="val 20000"/>
            </a:avLst>
          </a:prstGeom>
          <a:solidFill>
            <a:srgbClr val="1A6E3C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886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Kotlin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81328" y="3566160"/>
            <a:ext cx="1668780" cy="274320"/>
          </a:xfrm>
          <a:prstGeom prst="roundRect">
            <a:avLst>
              <a:gd name="adj" fmla="val 20000"/>
            </a:avLst>
          </a:prstGeom>
          <a:solidFill>
            <a:srgbClr val="1A6E3C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3566160"/>
            <a:ext cx="16687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Jetpack Compose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87268" y="3566160"/>
            <a:ext cx="1147572" cy="274320"/>
          </a:xfrm>
          <a:prstGeom prst="roundRect">
            <a:avLst>
              <a:gd name="adj" fmla="val 20000"/>
            </a:avLst>
          </a:prstGeom>
          <a:solidFill>
            <a:srgbClr val="1A6E3C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7268" y="3566160"/>
            <a:ext cx="11475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Gemini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566160"/>
            <a:ext cx="800100" cy="274320"/>
          </a:xfrm>
          <a:prstGeom prst="roundRect">
            <a:avLst>
              <a:gd name="adj" fmla="val 20000"/>
            </a:avLst>
          </a:prstGeom>
          <a:solidFill>
            <a:srgbClr val="1A6E3C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566160"/>
            <a:ext cx="8001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MLKit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09260" y="3566160"/>
            <a:ext cx="1408176" cy="274320"/>
          </a:xfrm>
          <a:prstGeom prst="roundRect">
            <a:avLst>
              <a:gd name="adj" fmla="val 20000"/>
            </a:avLst>
          </a:prstGeom>
          <a:solidFill>
            <a:srgbClr val="1A6E3C"/>
          </a:solidFill>
          <a:ln w="12700">
            <a:solidFill>
              <a:srgbClr val="2E9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9260" y="3566160"/>
            <a:ext cx="1408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Google Drive</a:t>
            </a:r>
            <a:endParaRPr lang="en-US" sz="1000" dirty="0"/>
          </a:p>
        </p:txBody>
      </p:sp>
      <p:sp>
        <p:nvSpPr>
          <p:cNvPr id="19" name="Text 17">
            <a:hlinkClick r:id="rId1"/>
          </p:cNvPr>
          <p:cNvSpPr/>
          <p:nvPr/>
        </p:nvSpPr>
        <p:spPr>
          <a:xfrm>
            <a:off x="457200" y="4069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u="sng" dirty="0">
                <a:solidFill>
                  <a:srgbClr val="C9A84C"/>
                </a:solidFill>
              </a:rPr>
              <a:t>github.com/dt-vinh/tui-than-tai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4526280"/>
            <a:ext cx="256032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5262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1A"/>
                </a:solidFill>
              </a:rPr>
              <a:t>RIKKEI FUTURE LEADER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Vấn đề &amp; Giải pháp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5661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Vấn đề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Ghi chép tay mất thời gian &amp; dễ quên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21992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Hóa đơn, tờ tiền, screenshot mỗi loại một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43784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Khó nhớ đã tiêu bao nhiêu, tiêu vào đâu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65576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1D1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Data dễ mất nếu điện thoại hỏng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560320"/>
            <a:ext cx="4572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860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3840480" cy="3566160"/>
          </a:xfrm>
          <a:prstGeom prst="rect">
            <a:avLst/>
          </a:prstGeom>
          <a:solidFill>
            <a:srgbClr val="F0FA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05840"/>
            <a:ext cx="3840480" cy="411480"/>
          </a:xfrm>
          <a:prstGeom prst="rect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0584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Túi Thần Tài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60020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Chụp ảnh → AI tự nhận diện &amp; ghi chép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221992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Hỗ trợ: hoá đơn, tờ tiền, Shopee, MoMo…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843784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Thống kê chi tiêu theo danh mục, tài khoản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465576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Tự động backup lên Google Drive mỗi tối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Tính Năng Chính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109728" cy="1828800"/>
          </a:xfrm>
          <a:prstGeom prst="rect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594360" cy="594360"/>
          </a:xfrm>
          <a:prstGeom prst="ellipse">
            <a:avLst/>
          </a:prstGeom>
          <a:solidFill>
            <a:srgbClr val="1A6E3C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3327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E3C"/>
                </a:solidFill>
              </a:rPr>
              <a:t>OCR 2 Tầng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Gemini Vision AI (primary)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MLKit + SmartTotalResolver (offline)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80160" y="213055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Hỗ trợ: VI · EN · TH · JP · KR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68680"/>
            <a:ext cx="10972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033272"/>
            <a:ext cx="594360" cy="59436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03327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10332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Google Drive Backup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43560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Tự động sao lưu lúc 8h tối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Đăng nhập Google, bảo mật OAuth2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0" y="213055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Khôi phục 1 chạm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109728" cy="1828800"/>
          </a:xfrm>
          <a:prstGeom prst="rect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999232"/>
            <a:ext cx="594360" cy="594360"/>
          </a:xfrm>
          <a:prstGeom prst="ellipse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9923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2999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A2"/>
                </a:solidFill>
              </a:rPr>
              <a:t>Thống Kê &amp; Lịch Sử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40156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Biểu đồ chi tiêu theo danh mục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280160" y="374904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Lịch sử giao dịch có thể lọc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280160" y="409651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Quản lý nhiều tài khoản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834640"/>
            <a:ext cx="109728" cy="1828800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6048" y="2999232"/>
            <a:ext cx="594360" cy="594360"/>
          </a:xfrm>
          <a:prstGeom prst="ellipse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99923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669280" y="2999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AI Nhận Diện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0" y="340156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Hoá đơn, tờ tiền, screenshot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374904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Shopee · MoMo · ZaloPay · Banking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0" y="409651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· Đa ngôn ngữ, mọi định dạng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OCR Pipeline — Kiến Trúc 2 Tầng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D080"/>
                </a:solidFill>
              </a:rPr>
              <a:t>Đa ngôn ngữ · Hoạt động offline · Tự động chọn tầng tối ưu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463040" cy="1280160"/>
          </a:xfrm>
          <a:prstGeom prst="rect">
            <a:avLst/>
          </a:prstGeom>
          <a:solidFill>
            <a:srgbClr val="1E3A28"/>
          </a:solidFill>
          <a:ln w="12700">
            <a:solidFill>
              <a:srgbClr val="2E9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4630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User chụp ảnh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31720" y="1051560"/>
            <a:ext cx="2560320" cy="1737360"/>
          </a:xfrm>
          <a:prstGeom prst="rect">
            <a:avLst/>
          </a:prstGeom>
          <a:solidFill>
            <a:srgbClr val="0F332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331720" y="1051560"/>
            <a:ext cx="256032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05156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1A"/>
                </a:solidFill>
              </a:rPr>
              <a:t>STAGE 1  ·  PRIMARY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1463040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Gemini Vision AI
</a:t>
            </a:r>
            <a:r>
              <a:rPr lang="en-US" sz="1000" dirty="0">
                <a:solidFill>
                  <a:srgbClr val="F0D080"/>
                </a:solidFill>
              </a:rPr>
              <a:t>gemini-2.0-flash-lite
</a:t>
            </a:r>
            <a:r>
              <a:rPr lang="en-US" sz="1000" dirty="0">
                <a:solidFill>
                  <a:srgbClr val="FFFFFF"/>
                </a:solidFill>
              </a:rPr>
              <a:t>Hiểu ngữ cảnh đa ngôn ngữ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VI · EN · TH · JP · KR · ZH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✅ 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DE8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</a:rPr>
              <a:t>❌ Fail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</a:rPr>
              <a:t>(no network)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651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CA5A5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331720" y="2834640"/>
            <a:ext cx="2560320" cy="1920240"/>
          </a:xfrm>
          <a:prstGeom prst="rect">
            <a:avLst/>
          </a:prstGeom>
          <a:solidFill>
            <a:srgbClr val="0F3320"/>
          </a:solidFill>
          <a:ln w="12700">
            <a:solidFill>
              <a:srgbClr val="2E9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31720" y="2834640"/>
            <a:ext cx="2560320" cy="347472"/>
          </a:xfrm>
          <a:prstGeom prst="rect">
            <a:avLst/>
          </a:prstGeom>
          <a:solidFill>
            <a:srgbClr val="2E9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83464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  ·  FALLBACK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3246120"/>
            <a:ext cx="23774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6EFAC"/>
                </a:solidFill>
              </a:rPr>
              <a:t>MLKit OCR
</a:t>
            </a:r>
            <a:r>
              <a:rPr lang="en-US" sz="1300" b="1" dirty="0">
                <a:solidFill>
                  <a:srgbClr val="86EFAC"/>
                </a:solidFill>
              </a:rPr>
              <a:t>+ SmartTotalResolver
</a:t>
            </a:r>
            <a:r>
              <a:rPr lang="en-US" sz="1000" dirty="0">
                <a:solidFill>
                  <a:srgbClr val="FFFFFF"/>
                </a:solidFill>
              </a:rPr>
              <a:t>Currency symbols: đ ₫ $ € £ ¥ ₩
</a:t>
            </a:r>
            <a:r>
              <a:rPr lang="en-US" sz="1000" dirty="0">
                <a:solidFill>
                  <a:srgbClr val="FFFFFF"/>
                </a:solidFill>
              </a:rPr>
              <a:t>Positional + Frequency scoring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234440"/>
            <a:ext cx="1534160" cy="1280160"/>
          </a:xfrm>
          <a:prstGeom prst="rect">
            <a:avLst/>
          </a:prstGeom>
          <a:solidFill>
            <a:srgbClr val="1E3A28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123444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ExpenseSuggestion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+ confidence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64592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DE80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669280" y="2834640"/>
            <a:ext cx="1828800" cy="1920240"/>
          </a:xfrm>
          <a:prstGeom prst="rect">
            <a:avLst/>
          </a:prstGeom>
          <a:solidFill>
            <a:srgbClr val="1E3A28"/>
          </a:solidFill>
          <a:ln w="12700">
            <a:solidFill>
              <a:srgbClr val="2E9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2834640"/>
            <a:ext cx="18288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</a:rPr>
              <a:t>Confidence
</a:t>
            </a:r>
            <a:r>
              <a:rPr lang="en-US" sz="1100" dirty="0">
                <a:solidFill>
                  <a:srgbClr val="4ADE80"/>
                </a:solidFill>
              </a:rPr>
              <a:t>≥ 0.65 → Done
</a:t>
            </a:r>
            <a:r>
              <a:rPr lang="en-US" sz="1100" dirty="0">
                <a:solidFill>
                  <a:srgbClr val="FCA5A5"/>
                </a:solidFill>
              </a:rPr>
              <a:t>&lt; 0.65 →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A5A5"/>
                </a:solidFill>
              </a:rPr>
              <a:t>needsReview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361188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6EFAC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3931920" cy="365760"/>
          </a:xfrm>
          <a:prstGeom prst="rect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UI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64592" cy="164592"/>
          </a:xfrm>
          <a:prstGeom prst="ellipse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Kotlin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164592" cy="164592"/>
          </a:xfrm>
          <a:prstGeom prst="ellipse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476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Jetpack Compose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1463040"/>
            <a:ext cx="164592" cy="164592"/>
          </a:xfrm>
          <a:prstGeom prst="ellipse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17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Material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993392"/>
            <a:ext cx="164592" cy="164592"/>
          </a:xfrm>
          <a:prstGeom prst="ellipse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9476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CameraX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60120"/>
            <a:ext cx="3931920" cy="365760"/>
          </a:xfrm>
          <a:prstGeom prst="rect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601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/ OCR Layer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463040"/>
            <a:ext cx="164592" cy="16459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417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Gemini Vision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993392"/>
            <a:ext cx="164592" cy="16459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9476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Google MLKit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463040"/>
            <a:ext cx="164592" cy="16459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417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SmartTotalResolver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993392"/>
            <a:ext cx="164592" cy="16459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94767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Gemini 2.0 Flash Lite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71800"/>
            <a:ext cx="39319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718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474720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429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Room Database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0507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9593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WorkManager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23160" y="3474720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429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Google Drive API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23160" y="4005072"/>
            <a:ext cx="164592" cy="1645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39593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SharedPreferences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29718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971800"/>
            <a:ext cx="393192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9718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 / Cloud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92040" y="347472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429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Google Sign-In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4005072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9593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OAuth 2.0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12280" y="347472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3429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Drive AppData Folder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12280" y="4005072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39593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4"/>
                </a:solidFill>
              </a:rPr>
              <a:t>Auto Backup 8PM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1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Thách Thức Kỹ Thuật &amp; Giải Pháp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78992"/>
            <a:ext cx="685800" cy="685800"/>
          </a:xfrm>
          <a:prstGeom prst="ellipse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4"/>
                </a:solidFill>
              </a:rPr>
              <a:t>MLKit đọc 'đ' thành ASCII 'd'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Ký tự Unicode U+0111 bị normalize → OCR miss toàn bộ số tiền có 'đ'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987552"/>
            <a:ext cx="36576" cy="1005840"/>
          </a:xfrm>
          <a:prstGeom prst="rect">
            <a:avLst/>
          </a:prstGeom>
          <a:solidFill>
            <a:srgbClr val="2E9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987552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E3C"/>
                </a:solidFill>
              </a:rPr>
              <a:t>✅  Regex [đĐdkK] + lookahead (?![A-Za-z0-9]) để match cả 2 dạng encoding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34440" y="175564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75564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Regex · Unicode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32304"/>
            <a:ext cx="685800" cy="685800"/>
          </a:xfrm>
          <a:prstGeom prst="ellipse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32304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35915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4"/>
                </a:solidFill>
              </a:rPr>
              <a:t>OCR chọn nhầm số serial thay vì tiền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72491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Số tài khoản (13+ chữ số) và số serial trên tờ tiền bị chọn là 'tổng tiền'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15000" y="2340864"/>
            <a:ext cx="36576" cy="1005840"/>
          </a:xfrm>
          <a:prstGeom prst="rect">
            <a:avLst/>
          </a:prstGeom>
          <a:solidFill>
            <a:srgbClr val="2E9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340864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E3C"/>
                </a:solidFill>
              </a:rPr>
              <a:t>✅  SmartTotalResolver: &gt;10 digits filter + positional score + frequency penalty cho số lặp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34440" y="31089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1089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 · Scoring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621024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785616"/>
            <a:ext cx="685800" cy="685800"/>
          </a:xfrm>
          <a:prstGeom prst="ellipse">
            <a:avLst/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85616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712464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4"/>
                </a:solidFill>
              </a:rPr>
              <a:t>OAuth token hết hạn → Backup thất bại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07822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Token lưu SharedPreferences hết hạn sau ~1h, gây lỗi 401 khi backup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15000" y="3694176"/>
            <a:ext cx="36576" cy="1005840"/>
          </a:xfrm>
          <a:prstGeom prst="rect">
            <a:avLst/>
          </a:prstGeom>
          <a:solidFill>
            <a:srgbClr val="2E9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694176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E3C"/>
                </a:solidFill>
              </a:rPr>
              <a:t>✅  getFreshDriveToken(): invalidate token cũ + re-fetch trước mỗi lần backup/restore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234440" y="446227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A6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46227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OAuth 2.0 · Google API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Tại Sao Rikkei Future Leader?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657600"/>
          </a:xfrm>
          <a:prstGeom prst="rect">
            <a:avLst/>
          </a:prstGeom>
          <a:solidFill>
            <a:srgbClr val="0F3320"/>
          </a:solidFill>
          <a:ln w="12700">
            <a:solidFill>
              <a:srgbClr val="2E9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Kỹ Năng Thể Hiện Qua Dự Án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Android / Kotlin từ đầu đến sản phẩm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Tích hợp AI API (Gemini Vision)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OAuth 2.0 + Google APIs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Thiết kế pipeline OCR đa ngôn ngữ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Debug production issues từ 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22192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Clean Architecture &amp; modular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114800" cy="3657600"/>
          </a:xfrm>
          <a:prstGeom prst="rect">
            <a:avLst/>
          </a:prstGeom>
          <a:solidFill>
            <a:srgbClr val="0F3320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Mục Tiêu Tham Gia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53619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Học leadership trong môi trường IT thực chiến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08483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Phát triển tư duy product + engineering cùng lúc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63347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Network với top engineers tại Rikkei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18211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▸  Đưa Túi Thần Tài lên production thực sự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1A"/>
                </a:solidFill>
              </a:rPr>
              <a:t>github.com/dt-vinh/tui-than-tai  ·  Túi Thần Tài  ·  RIKKEI FUTURE LEADER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2924</Words>
  <Application>WPS Presentation</Application>
  <PresentationFormat>On-screen Show (16:9)</PresentationFormat>
  <Paragraphs>227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Túi Thần Tài – Rikkei Future Leader 2026</dc:title>
  <dc:creator>PptxGenJS</dc:creator>
  <dc:subject>PptxGenJS Presentation</dc:subject>
  <cp:lastModifiedBy>Tiến Vinh Dư</cp:lastModifiedBy>
  <cp:revision>2</cp:revision>
  <dcterms:created xsi:type="dcterms:W3CDTF">2026-06-09T23:40:00Z</dcterms:created>
  <dcterms:modified xsi:type="dcterms:W3CDTF">2026-06-09T23:49:21Z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1C213E61F75646669102C89D18840689_12</vt:lpwstr>
  </property>
  <property fmtid="{D5CDD505-2E9C-101B-9397-08002B2CF9AE}" pid="3" name="KSOProductBuildVer">
    <vt:lpwstr>1033-12.1.0.26880</vt:lpwstr>
  </property>
</Properties>
</file>