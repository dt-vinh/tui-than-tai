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2286000"/>
            <a:ext cx="5029200" cy="5029200"/>
          </a:xfrm>
          <a:prstGeom prst="ellipse">
            <a:avLst/>
          </a:prstGeom>
          <a:solidFill>
            <a:srgbClr val="0F8F5F">
              <a:alpha val="9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286000" y="2926080"/>
            <a:ext cx="4572000" cy="4572000"/>
          </a:xfrm>
          <a:prstGeom prst="ellipse">
            <a:avLst/>
          </a:prstGeom>
          <a:solidFill>
            <a:srgbClr val="0F8F5F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50" kern="0" dirty="0">
                <a:solidFill>
                  <a:srgbClr val="607870"/>
                </a:solidFill>
              </a:rPr>
              <a:t>SMART MONEY  ·  PERSONAL FINANCE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Quản lý tiền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20040" y="1280160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thông minh.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20040" y="208483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6B8A8"/>
                </a:solidFill>
              </a:rPr>
              <a:t>Theo dõi thu chi, ngân sách và thống kê — tất cả trong một app.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2907792"/>
            <a:ext cx="118872" cy="118872"/>
          </a:xfrm>
          <a:prstGeom prst="ellipse">
            <a:avLst/>
          </a:prstGeom>
          <a:solidFill>
            <a:srgbClr val="0F8F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788920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📊  Thống kê theo danh mục &amp; tháng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3337560"/>
            <a:ext cx="118872" cy="118872"/>
          </a:xfrm>
          <a:prstGeom prst="ellipse">
            <a:avLst/>
          </a:prstGeom>
          <a:solidFill>
            <a:srgbClr val="0F8F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3218688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💳  Quản lý nhiều tài khoản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0040" y="3767328"/>
            <a:ext cx="118872" cy="118872"/>
          </a:xfrm>
          <a:prstGeom prst="ellipse">
            <a:avLst/>
          </a:prstGeom>
          <a:solidFill>
            <a:srgbClr val="0F8F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3648456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📅  Lịch sử giao dịch đầy đủ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4480560"/>
            <a:ext cx="1463040" cy="27432"/>
          </a:xfrm>
          <a:prstGeom prst="rect">
            <a:avLst/>
          </a:prstGeom>
          <a:solidFill>
            <a:srgbClr val="0A33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45537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</a:rPr>
              <a:t>Túi Thần Tài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503920" y="4709160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0A33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0" y="47091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8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40680" y="384048"/>
            <a:ext cx="1956816" cy="4480560"/>
          </a:xfrm>
          <a:prstGeom prst="roundRect">
            <a:avLst>
              <a:gd name="adj" fmla="val 10280"/>
            </a:avLst>
          </a:prstGeom>
          <a:solidFill>
            <a:srgbClr val="000000">
              <a:alpha val="3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76672" y="274320"/>
            <a:ext cx="1956816" cy="4480560"/>
          </a:xfrm>
          <a:prstGeom prst="roundRect">
            <a:avLst>
              <a:gd name="adj" fmla="val 10280"/>
            </a:avLst>
          </a:prstGeom>
          <a:solidFill>
            <a:srgbClr val="182C20"/>
          </a:solidFill>
          <a:ln w="25400">
            <a:solidFill>
              <a:srgbClr val="243C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58968" y="402336"/>
            <a:ext cx="1792224" cy="4224528"/>
          </a:xfrm>
          <a:prstGeom prst="roundRect">
            <a:avLst>
              <a:gd name="adj" fmla="val 8673"/>
            </a:avLst>
          </a:prstGeom>
          <a:solidFill>
            <a:srgbClr val="0B1A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365760"/>
            <a:ext cx="365760" cy="91440"/>
          </a:xfrm>
          <a:prstGeom prst="roundRect">
            <a:avLst>
              <a:gd name="adj" fmla="val 50000"/>
            </a:avLst>
          </a:prstGeom>
          <a:solidFill>
            <a:srgbClr val="0715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13832" y="420624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013448" y="438912"/>
            <a:ext cx="201168" cy="73152"/>
          </a:xfrm>
          <a:prstGeom prst="roundRect">
            <a:avLst>
              <a:gd name="adj" fmla="val 25000"/>
            </a:avLst>
          </a:prstGeom>
          <a:solidFill>
            <a:srgbClr val="16C1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96328" y="448056"/>
            <a:ext cx="27432" cy="54864"/>
          </a:xfrm>
          <a:prstGeom prst="rect">
            <a:avLst/>
          </a:prstGeom>
          <a:solidFill>
            <a:srgbClr val="16C1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58968" y="566928"/>
            <a:ext cx="1792224" cy="347472"/>
          </a:xfrm>
          <a:prstGeom prst="rect">
            <a:avLst/>
          </a:prstGeom>
          <a:solidFill>
            <a:srgbClr val="0F2A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566928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Tháng 4 · 2026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513832" y="969264"/>
            <a:ext cx="1682496" cy="932688"/>
          </a:xfrm>
          <a:prstGeom prst="roundRect">
            <a:avLst>
              <a:gd name="adj" fmla="val 7843"/>
            </a:avLst>
          </a:prstGeom>
          <a:solidFill>
            <a:srgbClr val="0F2219"/>
          </a:solidFill>
          <a:ln w="12700">
            <a:solidFill>
              <a:srgbClr val="1C3D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13832" y="1042416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6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tiêu tháng này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5513832" y="1243584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-967.000đ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513832" y="1627632"/>
            <a:ext cx="804672" cy="219456"/>
          </a:xfrm>
          <a:prstGeom prst="roundRect">
            <a:avLst>
              <a:gd name="adj" fmla="val 16667"/>
            </a:avLst>
          </a:prstGeom>
          <a:solidFill>
            <a:srgbClr val="0D2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162763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6C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Thu: 1.234k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6391656" y="1627632"/>
            <a:ext cx="804672" cy="219456"/>
          </a:xfrm>
          <a:prstGeom prst="roundRect">
            <a:avLst>
              <a:gd name="adj" fmla="val 16667"/>
            </a:avLst>
          </a:prstGeom>
          <a:solidFill>
            <a:srgbClr val="2A0D0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91656" y="162763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Chi: 967k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5513832" y="1975104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6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dịch gần đây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5532120" y="2322576"/>
            <a:ext cx="256032" cy="256032"/>
          </a:xfrm>
          <a:prstGeom prst="ellipse">
            <a:avLst/>
          </a:prstGeom>
          <a:solidFill>
            <a:srgbClr val="FB9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32120" y="23225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🍜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843016" y="226771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Ăn uống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843016" y="2450592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96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Hôm nay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6629400" y="232257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-65.000đ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513832" y="2688336"/>
            <a:ext cx="1682496" cy="9144"/>
          </a:xfrm>
          <a:prstGeom prst="rect">
            <a:avLst/>
          </a:prstGeom>
          <a:solidFill>
            <a:srgbClr val="1A3A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532120" y="2852928"/>
            <a:ext cx="256032" cy="25603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32120" y="2852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🛵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843016" y="279806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chuyển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843016" y="2980944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96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Hôm nay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6629400" y="28529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-25.000đ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513832" y="3218688"/>
            <a:ext cx="1682496" cy="9144"/>
          </a:xfrm>
          <a:prstGeom prst="rect">
            <a:avLst/>
          </a:prstGeom>
          <a:solidFill>
            <a:srgbClr val="1A3A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532120" y="3383280"/>
            <a:ext cx="256032" cy="25603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32120" y="3383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843016" y="332841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 sắm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5843016" y="3511296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96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Hôm qua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6629400" y="33832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-86.250đ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458968" y="4261104"/>
            <a:ext cx="1792224" cy="365760"/>
          </a:xfrm>
          <a:prstGeom prst="rect">
            <a:avLst/>
          </a:prstGeom>
          <a:solidFill>
            <a:srgbClr val="0F22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50408" y="430682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086856" y="430682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623304" y="430682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159752" y="430682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605272" y="4553712"/>
            <a:ext cx="237744" cy="36576"/>
          </a:xfrm>
          <a:prstGeom prst="roundRect">
            <a:avLst>
              <a:gd name="adj" fmla="val 50000"/>
            </a:avLst>
          </a:prstGeom>
          <a:solidFill>
            <a:srgbClr val="0F8F5F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2286000"/>
            <a:ext cx="5029200" cy="5029200"/>
          </a:xfrm>
          <a:prstGeom prst="ellipse">
            <a:avLst/>
          </a:prstGeom>
          <a:solidFill>
            <a:srgbClr val="0F8F5F">
              <a:alpha val="9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286000" y="2926080"/>
            <a:ext cx="4572000" cy="4572000"/>
          </a:xfrm>
          <a:prstGeom prst="ellipse">
            <a:avLst/>
          </a:prstGeom>
          <a:solidFill>
            <a:srgbClr val="0F8F5F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50" kern="0" dirty="0">
                <a:solidFill>
                  <a:srgbClr val="607870"/>
                </a:solidFill>
              </a:rPr>
              <a:t>AI  ·  OCR  ·  COMPUTER VISION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Chụp ảnh.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20040" y="1280160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lo phần còn lại.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20040" y="208483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6B8A8"/>
                </a:solidFill>
              </a:rPr>
              <a:t>Gemini Vision tự nhận diện số tiền từ hoá đơn, tờ tiền, screenshot.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2907792"/>
            <a:ext cx="118872" cy="118872"/>
          </a:xfrm>
          <a:prstGeom prst="ellipse">
            <a:avLst/>
          </a:prstGeom>
          <a:solidFill>
            <a:srgbClr val="0F8F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788920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🧾  Hoá đơn POS, e-invoice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3337560"/>
            <a:ext cx="118872" cy="118872"/>
          </a:xfrm>
          <a:prstGeom prst="ellipse">
            <a:avLst/>
          </a:prstGeom>
          <a:solidFill>
            <a:srgbClr val="0F8F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3218688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💵  Tờ tiền, phiếu thu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0040" y="3767328"/>
            <a:ext cx="118872" cy="118872"/>
          </a:xfrm>
          <a:prstGeom prst="ellipse">
            <a:avLst/>
          </a:prstGeom>
          <a:solidFill>
            <a:srgbClr val="0F8F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3648456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📱  Shopee · MoMo · ZaloPay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4480560"/>
            <a:ext cx="1463040" cy="27432"/>
          </a:xfrm>
          <a:prstGeom prst="rect">
            <a:avLst/>
          </a:prstGeom>
          <a:solidFill>
            <a:srgbClr val="0A33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45537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</a:rPr>
              <a:t>Túi Thần Tài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503920" y="4709160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0A33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0" y="47091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8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40680" y="384048"/>
            <a:ext cx="1956816" cy="4480560"/>
          </a:xfrm>
          <a:prstGeom prst="roundRect">
            <a:avLst>
              <a:gd name="adj" fmla="val 10280"/>
            </a:avLst>
          </a:prstGeom>
          <a:solidFill>
            <a:srgbClr val="000000">
              <a:alpha val="3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76672" y="274320"/>
            <a:ext cx="1956816" cy="4480560"/>
          </a:xfrm>
          <a:prstGeom prst="roundRect">
            <a:avLst>
              <a:gd name="adj" fmla="val 10280"/>
            </a:avLst>
          </a:prstGeom>
          <a:solidFill>
            <a:srgbClr val="182C20"/>
          </a:solidFill>
          <a:ln w="25400">
            <a:solidFill>
              <a:srgbClr val="243C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58968" y="402336"/>
            <a:ext cx="1792224" cy="4224528"/>
          </a:xfrm>
          <a:prstGeom prst="roundRect">
            <a:avLst>
              <a:gd name="adj" fmla="val 8673"/>
            </a:avLst>
          </a:prstGeom>
          <a:solidFill>
            <a:srgbClr val="0B1A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365760"/>
            <a:ext cx="365760" cy="91440"/>
          </a:xfrm>
          <a:prstGeom prst="roundRect">
            <a:avLst>
              <a:gd name="adj" fmla="val 50000"/>
            </a:avLst>
          </a:prstGeom>
          <a:solidFill>
            <a:srgbClr val="0715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13832" y="420624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013448" y="438912"/>
            <a:ext cx="201168" cy="73152"/>
          </a:xfrm>
          <a:prstGeom prst="roundRect">
            <a:avLst>
              <a:gd name="adj" fmla="val 25000"/>
            </a:avLst>
          </a:prstGeom>
          <a:solidFill>
            <a:srgbClr val="16C1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96328" y="448056"/>
            <a:ext cx="27432" cy="54864"/>
          </a:xfrm>
          <a:prstGeom prst="rect">
            <a:avLst/>
          </a:prstGeom>
          <a:solidFill>
            <a:srgbClr val="16C1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58968" y="566928"/>
            <a:ext cx="1792224" cy="347472"/>
          </a:xfrm>
          <a:prstGeom prst="rect">
            <a:avLst/>
          </a:prstGeom>
          <a:solidFill>
            <a:srgbClr val="0F2A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566928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diện hoá đơn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532120" y="969264"/>
            <a:ext cx="1645920" cy="2011680"/>
          </a:xfrm>
          <a:prstGeom prst="rect">
            <a:avLst/>
          </a:prstGeom>
          <a:solidFill>
            <a:srgbClr val="090F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32120" y="969264"/>
            <a:ext cx="182880" cy="36576"/>
          </a:xfrm>
          <a:prstGeom prst="rect">
            <a:avLst/>
          </a:prstGeom>
          <a:solidFill>
            <a:srgbClr val="16C1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32120" y="969264"/>
            <a:ext cx="36576" cy="182880"/>
          </a:xfrm>
          <a:prstGeom prst="rect">
            <a:avLst/>
          </a:prstGeom>
          <a:solidFill>
            <a:srgbClr val="16C1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95160" y="969264"/>
            <a:ext cx="182880" cy="36576"/>
          </a:xfrm>
          <a:prstGeom prst="rect">
            <a:avLst/>
          </a:prstGeom>
          <a:solidFill>
            <a:srgbClr val="16C1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41464" y="969264"/>
            <a:ext cx="36576" cy="182880"/>
          </a:xfrm>
          <a:prstGeom prst="rect">
            <a:avLst/>
          </a:prstGeom>
          <a:solidFill>
            <a:srgbClr val="16C1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32120" y="2944368"/>
            <a:ext cx="182880" cy="36576"/>
          </a:xfrm>
          <a:prstGeom prst="rect">
            <a:avLst/>
          </a:prstGeom>
          <a:solidFill>
            <a:srgbClr val="16C1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32120" y="2798064"/>
            <a:ext cx="36576" cy="182880"/>
          </a:xfrm>
          <a:prstGeom prst="rect">
            <a:avLst/>
          </a:prstGeom>
          <a:solidFill>
            <a:srgbClr val="16C1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995160" y="2944368"/>
            <a:ext cx="182880" cy="36576"/>
          </a:xfrm>
          <a:prstGeom prst="rect">
            <a:avLst/>
          </a:prstGeom>
          <a:solidFill>
            <a:srgbClr val="16C1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41464" y="2798064"/>
            <a:ext cx="36576" cy="182880"/>
          </a:xfrm>
          <a:prstGeom prst="rect">
            <a:avLst/>
          </a:prstGeom>
          <a:solidFill>
            <a:srgbClr val="16C1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68696" y="1929384"/>
            <a:ext cx="1572768" cy="22860"/>
          </a:xfrm>
          <a:prstGeom prst="rect">
            <a:avLst/>
          </a:prstGeom>
          <a:solidFill>
            <a:srgbClr val="16C1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06440" y="1243584"/>
            <a:ext cx="1097280" cy="1371600"/>
          </a:xfrm>
          <a:prstGeom prst="roundRect">
            <a:avLst>
              <a:gd name="adj" fmla="val 3333"/>
            </a:avLst>
          </a:prstGeom>
          <a:solidFill>
            <a:srgbClr val="141F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06440" y="131673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6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GUMPA SHOP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806440" y="151790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6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Áo sơ mi nam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5806440" y="1719072"/>
            <a:ext cx="1097280" cy="9144"/>
          </a:xfrm>
          <a:prstGeom prst="rect">
            <a:avLst/>
          </a:prstGeom>
          <a:solidFill>
            <a:srgbClr val="1C3A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06440" y="1773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86.250đ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806440" y="204825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6C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số tiền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5532120" y="30266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16C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AI đang nhận diện...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5513832" y="3236976"/>
            <a:ext cx="1682496" cy="896112"/>
          </a:xfrm>
          <a:prstGeom prst="roundRect">
            <a:avLst>
              <a:gd name="adj" fmla="val 8163"/>
            </a:avLst>
          </a:prstGeom>
          <a:solidFill>
            <a:srgbClr val="0F2219"/>
          </a:solidFill>
          <a:ln w="12700">
            <a:solidFill>
              <a:srgbClr val="0F8F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605272" y="3328416"/>
            <a:ext cx="237744" cy="237744"/>
          </a:xfrm>
          <a:prstGeom prst="ellipse">
            <a:avLst/>
          </a:prstGeom>
          <a:solidFill>
            <a:srgbClr val="0F8F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05272" y="33284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916168" y="3328416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6C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nhận diện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5916168" y="3529584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86.250đ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5916168" y="3822192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6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tiêu · Mua sắm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5458968" y="4261104"/>
            <a:ext cx="1792224" cy="365760"/>
          </a:xfrm>
          <a:prstGeom prst="rect">
            <a:avLst/>
          </a:prstGeom>
          <a:solidFill>
            <a:srgbClr val="0F22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50408" y="430682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086856" y="430682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623304" y="430682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159752" y="430682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141720" y="4553712"/>
            <a:ext cx="237744" cy="36576"/>
          </a:xfrm>
          <a:prstGeom prst="roundRect">
            <a:avLst>
              <a:gd name="adj" fmla="val 50000"/>
            </a:avLst>
          </a:prstGeom>
          <a:solidFill>
            <a:srgbClr val="0F8F5F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2286000"/>
            <a:ext cx="5029200" cy="5029200"/>
          </a:xfrm>
          <a:prstGeom prst="ellipse">
            <a:avLst/>
          </a:prstGeom>
          <a:solidFill>
            <a:srgbClr val="0F8F5F">
              <a:alpha val="9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286000" y="2926080"/>
            <a:ext cx="4572000" cy="4572000"/>
          </a:xfrm>
          <a:prstGeom prst="ellipse">
            <a:avLst/>
          </a:prstGeom>
          <a:solidFill>
            <a:srgbClr val="0F8F5F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50" kern="0" dirty="0">
                <a:solidFill>
                  <a:srgbClr val="607870"/>
                </a:solidFill>
              </a:rPr>
              <a:t>INSIGHTS  ·  SEE THE BIG PICTURE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Biết rõ tiền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20040" y="1280160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đi đâu, vì sao.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20040" y="208483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6B8A8"/>
                </a:solidFill>
              </a:rPr>
              <a:t>Biểu đồ chi tiêu theo danh mục, tháng, tài khoản. Rõ từng đồng.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2907792"/>
            <a:ext cx="118872" cy="118872"/>
          </a:xfrm>
          <a:prstGeom prst="ellipse">
            <a:avLst/>
          </a:prstGeom>
          <a:solidFill>
            <a:srgbClr val="0F8F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788920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🍩  Biểu đồ donut theo danh mục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3337560"/>
            <a:ext cx="118872" cy="118872"/>
          </a:xfrm>
          <a:prstGeom prst="ellipse">
            <a:avLst/>
          </a:prstGeom>
          <a:solidFill>
            <a:srgbClr val="0F8F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3218688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📈  So sánh thu nhập vs chi tiêu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0040" y="3767328"/>
            <a:ext cx="118872" cy="118872"/>
          </a:xfrm>
          <a:prstGeom prst="ellipse">
            <a:avLst/>
          </a:prstGeom>
          <a:solidFill>
            <a:srgbClr val="0F8F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3648456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💰  Phân tích xu hướng theo tháng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4480560"/>
            <a:ext cx="1463040" cy="27432"/>
          </a:xfrm>
          <a:prstGeom prst="rect">
            <a:avLst/>
          </a:prstGeom>
          <a:solidFill>
            <a:srgbClr val="0A33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45537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</a:rPr>
              <a:t>Túi Thần Tài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503920" y="4709160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0A33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0" y="47091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8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40680" y="384048"/>
            <a:ext cx="1956816" cy="4480560"/>
          </a:xfrm>
          <a:prstGeom prst="roundRect">
            <a:avLst>
              <a:gd name="adj" fmla="val 10280"/>
            </a:avLst>
          </a:prstGeom>
          <a:solidFill>
            <a:srgbClr val="000000">
              <a:alpha val="3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76672" y="274320"/>
            <a:ext cx="1956816" cy="4480560"/>
          </a:xfrm>
          <a:prstGeom prst="roundRect">
            <a:avLst>
              <a:gd name="adj" fmla="val 10280"/>
            </a:avLst>
          </a:prstGeom>
          <a:solidFill>
            <a:srgbClr val="182C20"/>
          </a:solidFill>
          <a:ln w="25400">
            <a:solidFill>
              <a:srgbClr val="243C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58968" y="402336"/>
            <a:ext cx="1792224" cy="4224528"/>
          </a:xfrm>
          <a:prstGeom prst="roundRect">
            <a:avLst>
              <a:gd name="adj" fmla="val 8673"/>
            </a:avLst>
          </a:prstGeom>
          <a:solidFill>
            <a:srgbClr val="0B1A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365760"/>
            <a:ext cx="365760" cy="91440"/>
          </a:xfrm>
          <a:prstGeom prst="roundRect">
            <a:avLst>
              <a:gd name="adj" fmla="val 50000"/>
            </a:avLst>
          </a:prstGeom>
          <a:solidFill>
            <a:srgbClr val="0715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13832" y="420624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013448" y="438912"/>
            <a:ext cx="201168" cy="73152"/>
          </a:xfrm>
          <a:prstGeom prst="roundRect">
            <a:avLst>
              <a:gd name="adj" fmla="val 25000"/>
            </a:avLst>
          </a:prstGeom>
          <a:solidFill>
            <a:srgbClr val="16C1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96328" y="448056"/>
            <a:ext cx="27432" cy="54864"/>
          </a:xfrm>
          <a:prstGeom prst="rect">
            <a:avLst/>
          </a:prstGeom>
          <a:solidFill>
            <a:srgbClr val="16C1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58968" y="566928"/>
            <a:ext cx="1792224" cy="292608"/>
          </a:xfrm>
          <a:prstGeom prst="rect">
            <a:avLst/>
          </a:prstGeom>
          <a:solidFill>
            <a:srgbClr val="0F2A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13832" y="585216"/>
            <a:ext cx="560832" cy="237744"/>
          </a:xfrm>
          <a:prstGeom prst="roundRect">
            <a:avLst>
              <a:gd name="adj" fmla="val 15385"/>
            </a:avLst>
          </a:prstGeom>
          <a:solidFill>
            <a:srgbClr val="0A33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13832" y="585216"/>
            <a:ext cx="560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Tháng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074664" y="585216"/>
            <a:ext cx="560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Quý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635496" y="585216"/>
            <a:ext cx="560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Năm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513832" y="914400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6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Tháng 4 · 2026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806440" y="1472184"/>
            <a:ext cx="1060704" cy="1060704"/>
          </a:xfrm>
          <a:prstGeom prst="ellipse">
            <a:avLst/>
          </a:prstGeom>
          <a:solidFill>
            <a:srgbClr val="1A30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29188" y="1694932"/>
            <a:ext cx="615208" cy="615208"/>
          </a:xfrm>
          <a:prstGeom prst="ellipse">
            <a:avLst/>
          </a:prstGeom>
          <a:solidFill>
            <a:srgbClr val="0B1A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79592" y="17830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6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chi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5879592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967k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697066" y="1938528"/>
            <a:ext cx="128016" cy="128016"/>
          </a:xfrm>
          <a:prstGeom prst="ellipse">
            <a:avLst/>
          </a:prstGeom>
          <a:solidFill>
            <a:srgbClr val="FB9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72784" y="2362810"/>
            <a:ext cx="128016" cy="128016"/>
          </a:xfrm>
          <a:prstGeom prst="ellipse">
            <a:avLst/>
          </a:prstGeom>
          <a:solidFill>
            <a:srgbClr val="60A5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48502" y="1938528"/>
            <a:ext cx="128016" cy="12801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72784" y="1514246"/>
            <a:ext cx="128016" cy="128016"/>
          </a:xfrm>
          <a:prstGeom prst="ellipse">
            <a:avLst/>
          </a:prstGeom>
          <a:solidFill>
            <a:srgbClr val="0F8F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513832" y="2971800"/>
            <a:ext cx="109728" cy="109728"/>
          </a:xfrm>
          <a:prstGeom prst="ellipse">
            <a:avLst/>
          </a:prstGeom>
          <a:solidFill>
            <a:srgbClr val="FB9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78424" y="2916936"/>
            <a:ext cx="9857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Ăn uống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5989320" y="2990088"/>
            <a:ext cx="1025957" cy="91440"/>
          </a:xfrm>
          <a:prstGeom prst="roundRect">
            <a:avLst>
              <a:gd name="adj" fmla="val 30000"/>
            </a:avLst>
          </a:prstGeom>
          <a:solidFill>
            <a:srgbClr val="1A30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89320" y="2990088"/>
            <a:ext cx="389864" cy="91440"/>
          </a:xfrm>
          <a:prstGeom prst="roundRect">
            <a:avLst>
              <a:gd name="adj" fmla="val 30000"/>
            </a:avLst>
          </a:prstGeom>
          <a:solidFill>
            <a:srgbClr val="FB9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42709" y="291693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6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5513832" y="3310128"/>
            <a:ext cx="109728" cy="10972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78424" y="3255264"/>
            <a:ext cx="9857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 sắm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5989320" y="3328416"/>
            <a:ext cx="1025957" cy="91440"/>
          </a:xfrm>
          <a:prstGeom prst="roundRect">
            <a:avLst>
              <a:gd name="adj" fmla="val 30000"/>
            </a:avLst>
          </a:prstGeom>
          <a:solidFill>
            <a:srgbClr val="1A30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89320" y="3328416"/>
            <a:ext cx="277008" cy="91440"/>
          </a:xfrm>
          <a:prstGeom prst="roundRect">
            <a:avLst>
              <a:gd name="adj" fmla="val 30000"/>
            </a:avLst>
          </a:prstGeom>
          <a:solidFill>
            <a:srgbClr val="60A5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42709" y="3255264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6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5513832" y="3648456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78424" y="3593592"/>
            <a:ext cx="9857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chuyển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5989320" y="3666744"/>
            <a:ext cx="1025957" cy="91440"/>
          </a:xfrm>
          <a:prstGeom prst="roundRect">
            <a:avLst>
              <a:gd name="adj" fmla="val 30000"/>
            </a:avLst>
          </a:prstGeom>
          <a:solidFill>
            <a:srgbClr val="1A30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989320" y="3666744"/>
            <a:ext cx="194932" cy="91440"/>
          </a:xfrm>
          <a:prstGeom prst="roundRect">
            <a:avLst>
              <a:gd name="adj" fmla="val 30000"/>
            </a:avLst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42709" y="359359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6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5513832" y="3986784"/>
            <a:ext cx="109728" cy="109728"/>
          </a:xfrm>
          <a:prstGeom prst="ellipse">
            <a:avLst/>
          </a:prstGeom>
          <a:solidFill>
            <a:srgbClr val="0F8F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78424" y="3931920"/>
            <a:ext cx="9857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5989320" y="4005072"/>
            <a:ext cx="1025957" cy="91440"/>
          </a:xfrm>
          <a:prstGeom prst="roundRect">
            <a:avLst>
              <a:gd name="adj" fmla="val 30000"/>
            </a:avLst>
          </a:prstGeom>
          <a:solidFill>
            <a:srgbClr val="1A30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989320" y="4005072"/>
            <a:ext cx="164153" cy="91440"/>
          </a:xfrm>
          <a:prstGeom prst="roundRect">
            <a:avLst>
              <a:gd name="adj" fmla="val 30000"/>
            </a:avLst>
          </a:prstGeom>
          <a:solidFill>
            <a:srgbClr val="0F8F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042709" y="393192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6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5458968" y="4261104"/>
            <a:ext cx="1792224" cy="365760"/>
          </a:xfrm>
          <a:prstGeom prst="rect">
            <a:avLst/>
          </a:prstGeom>
          <a:solidFill>
            <a:srgbClr val="0F22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550408" y="430682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086856" y="430682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623304" y="430682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7159752" y="430682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678168" y="4553712"/>
            <a:ext cx="237744" cy="36576"/>
          </a:xfrm>
          <a:prstGeom prst="roundRect">
            <a:avLst>
              <a:gd name="adj" fmla="val 50000"/>
            </a:avLst>
          </a:prstGeom>
          <a:solidFill>
            <a:srgbClr val="0F8F5F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2286000"/>
            <a:ext cx="5029200" cy="5029200"/>
          </a:xfrm>
          <a:prstGeom prst="ellipse">
            <a:avLst/>
          </a:prstGeom>
          <a:solidFill>
            <a:srgbClr val="0F8F5F">
              <a:alpha val="9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286000" y="2926080"/>
            <a:ext cx="4572000" cy="4572000"/>
          </a:xfrm>
          <a:prstGeom prst="ellipse">
            <a:avLst/>
          </a:prstGeom>
          <a:solidFill>
            <a:srgbClr val="0F8F5F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50" kern="0" dirty="0">
                <a:solidFill>
                  <a:srgbClr val="607870"/>
                </a:solidFill>
              </a:rPr>
              <a:t>BACKUP  ·  ALWAYS SAFE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Dữ liệu của bạn,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20040" y="1280160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luôn an toàn.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20040" y="208483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6B8A8"/>
                </a:solidFill>
              </a:rPr>
              <a:t>Tự động sao lưu lên Google Drive mỗi tối lúc 8h. Khôi phục 1 chạm.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2907792"/>
            <a:ext cx="118872" cy="118872"/>
          </a:xfrm>
          <a:prstGeom prst="ellipse">
            <a:avLst/>
          </a:prstGeom>
          <a:solidFill>
            <a:srgbClr val="0F8F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788920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☁️  Google Drive backup tự động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3337560"/>
            <a:ext cx="118872" cy="118872"/>
          </a:xfrm>
          <a:prstGeom prst="ellipse">
            <a:avLst/>
          </a:prstGeom>
          <a:solidFill>
            <a:srgbClr val="0F8F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3218688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🔐  Bảo mật OAuth 2.0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0040" y="3767328"/>
            <a:ext cx="118872" cy="118872"/>
          </a:xfrm>
          <a:prstGeom prst="ellipse">
            <a:avLst/>
          </a:prstGeom>
          <a:solidFill>
            <a:srgbClr val="0F8F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3648456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🔄  Khôi phục dữ liệu dễ dàng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4480560"/>
            <a:ext cx="1463040" cy="27432"/>
          </a:xfrm>
          <a:prstGeom prst="rect">
            <a:avLst/>
          </a:prstGeom>
          <a:solidFill>
            <a:srgbClr val="0A33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45537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</a:rPr>
              <a:t>Túi Thần Tài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503920" y="4709160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0A33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0" y="47091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8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40680" y="384048"/>
            <a:ext cx="1956816" cy="4480560"/>
          </a:xfrm>
          <a:prstGeom prst="roundRect">
            <a:avLst>
              <a:gd name="adj" fmla="val 10280"/>
            </a:avLst>
          </a:prstGeom>
          <a:solidFill>
            <a:srgbClr val="000000">
              <a:alpha val="3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76672" y="274320"/>
            <a:ext cx="1956816" cy="4480560"/>
          </a:xfrm>
          <a:prstGeom prst="roundRect">
            <a:avLst>
              <a:gd name="adj" fmla="val 10280"/>
            </a:avLst>
          </a:prstGeom>
          <a:solidFill>
            <a:srgbClr val="182C20"/>
          </a:solidFill>
          <a:ln w="25400">
            <a:solidFill>
              <a:srgbClr val="243C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58968" y="402336"/>
            <a:ext cx="1792224" cy="4224528"/>
          </a:xfrm>
          <a:prstGeom prst="roundRect">
            <a:avLst>
              <a:gd name="adj" fmla="val 8673"/>
            </a:avLst>
          </a:prstGeom>
          <a:solidFill>
            <a:srgbClr val="0B1A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365760"/>
            <a:ext cx="365760" cy="91440"/>
          </a:xfrm>
          <a:prstGeom prst="roundRect">
            <a:avLst>
              <a:gd name="adj" fmla="val 50000"/>
            </a:avLst>
          </a:prstGeom>
          <a:solidFill>
            <a:srgbClr val="0715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13832" y="420624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013448" y="438912"/>
            <a:ext cx="201168" cy="73152"/>
          </a:xfrm>
          <a:prstGeom prst="roundRect">
            <a:avLst>
              <a:gd name="adj" fmla="val 25000"/>
            </a:avLst>
          </a:prstGeom>
          <a:solidFill>
            <a:srgbClr val="16C1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96328" y="448056"/>
            <a:ext cx="27432" cy="54864"/>
          </a:xfrm>
          <a:prstGeom prst="rect">
            <a:avLst/>
          </a:prstGeom>
          <a:solidFill>
            <a:srgbClr val="16C1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58968" y="566928"/>
            <a:ext cx="1792224" cy="347472"/>
          </a:xfrm>
          <a:prstGeom prst="rect">
            <a:avLst/>
          </a:prstGeom>
          <a:solidFill>
            <a:srgbClr val="0F2A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566928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đặt &amp; Sao lưu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513832" y="987552"/>
            <a:ext cx="1682496" cy="749808"/>
          </a:xfrm>
          <a:prstGeom prst="roundRect">
            <a:avLst>
              <a:gd name="adj" fmla="val 9756"/>
            </a:avLst>
          </a:prstGeom>
          <a:solidFill>
            <a:srgbClr val="0F2219"/>
          </a:solidFill>
          <a:ln w="12700">
            <a:solidFill>
              <a:srgbClr val="1C3D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86984" y="1097280"/>
            <a:ext cx="329184" cy="329184"/>
          </a:xfrm>
          <a:prstGeom prst="ellipse">
            <a:avLst/>
          </a:prstGeom>
          <a:solidFill>
            <a:srgbClr val="0A33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86984" y="1097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989320" y="106070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Nguyen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989320" y="124358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6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alex@gmail.com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5989320" y="1435608"/>
            <a:ext cx="658368" cy="164592"/>
          </a:xfrm>
          <a:prstGeom prst="roundRect">
            <a:avLst>
              <a:gd name="adj" fmla="val 22222"/>
            </a:avLst>
          </a:prstGeom>
          <a:solidFill>
            <a:srgbClr val="0A33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89320" y="143560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6C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Đã kết nối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5513832" y="1810512"/>
            <a:ext cx="1682496" cy="9144"/>
          </a:xfrm>
          <a:prstGeom prst="rect">
            <a:avLst/>
          </a:prstGeom>
          <a:solidFill>
            <a:srgbClr val="1A3A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50408" y="1865376"/>
            <a:ext cx="10753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6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Lần sao lưu cuối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550408" y="2103120"/>
            <a:ext cx="10753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10/06/2026 · 20:00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6867144" y="1901952"/>
            <a:ext cx="201168" cy="201168"/>
          </a:xfrm>
          <a:prstGeom prst="ellipse">
            <a:avLst/>
          </a:prstGeom>
          <a:solidFill>
            <a:srgbClr val="0A33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67144" y="19019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C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513832" y="2359152"/>
            <a:ext cx="1682496" cy="9144"/>
          </a:xfrm>
          <a:prstGeom prst="rect">
            <a:avLst/>
          </a:prstGeom>
          <a:solidFill>
            <a:srgbClr val="1A3A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50408" y="2414016"/>
            <a:ext cx="11649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sao lưu 8h tối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757416" y="2432304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0F8F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76872" y="24414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513832" y="2761488"/>
            <a:ext cx="1682496" cy="384048"/>
          </a:xfrm>
          <a:prstGeom prst="roundRect">
            <a:avLst>
              <a:gd name="adj" fmla="val 19048"/>
            </a:avLst>
          </a:prstGeom>
          <a:solidFill>
            <a:srgbClr val="0F8F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13832" y="2761488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 Sao lưu ngay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513832" y="3218688"/>
            <a:ext cx="1682496" cy="384048"/>
          </a:xfrm>
          <a:prstGeom prst="roundRect">
            <a:avLst>
              <a:gd name="adj" fmla="val 19048"/>
            </a:avLst>
          </a:prstGeom>
          <a:solidFill>
            <a:srgbClr val="0A3320"/>
          </a:solidFill>
          <a:ln w="12700">
            <a:solidFill>
              <a:srgbClr val="0F8F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218688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C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 Khôi phục dữ liệu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513832" y="3712464"/>
            <a:ext cx="1682496" cy="292608"/>
          </a:xfrm>
          <a:prstGeom prst="roundRect">
            <a:avLst>
              <a:gd name="adj" fmla="val 15625"/>
            </a:avLst>
          </a:prstGeom>
          <a:solidFill>
            <a:srgbClr val="061A0E"/>
          </a:solidFill>
          <a:ln w="12700">
            <a:solidFill>
              <a:srgbClr val="0A332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13832" y="3712464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C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Đã sao lưu thành công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5458968" y="4261104"/>
            <a:ext cx="1792224" cy="365760"/>
          </a:xfrm>
          <a:prstGeom prst="rect">
            <a:avLst/>
          </a:prstGeom>
          <a:solidFill>
            <a:srgbClr val="0F22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50408" y="430682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086856" y="430682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623304" y="430682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159752" y="430682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196328" y="4553712"/>
            <a:ext cx="237744" cy="36576"/>
          </a:xfrm>
          <a:prstGeom prst="roundRect">
            <a:avLst>
              <a:gd name="adj" fmla="val 50000"/>
            </a:avLst>
          </a:prstGeom>
          <a:solidFill>
            <a:srgbClr val="0F8F5F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2026-06-10T00:03:07Z</dcterms:created>
  <dcterms:modified xsi:type="dcterms:W3CDTF">2026-06-10T00:03:07Z</dcterms:modified>
</cp:coreProperties>
</file>