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10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6400800" cy="6400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286000"/>
            <a:ext cx="5029200" cy="5029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Túi Thần Tài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100" dirty="0">
                <a:solidFill>
                  <a:srgbClr val="A0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chi tiêu thông minh — AI · Google Drive · Đa ngôn ngữ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3218688"/>
            <a:ext cx="1828800" cy="4572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015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5A5A8A"/>
                </a:solidFill>
              </a:rPr>
              <a:t>Android  ·  Kotlin + Jetpack Compose  ·  Material 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85632" y="469087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1E1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85632" y="4690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22D3EE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C:/Users/Admin/Documents/vinh/tui-than-tai/docs/store-imgs/0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5836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tiền,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411480" y="148132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DE6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trong tầm tay.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411480" y="2377440"/>
            <a:ext cx="1463040" cy="4572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67919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" y="2542032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Thống kê thu chi theo danh mục &amp; tháng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320040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" y="306324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Quản lý nhiều tài khoản cùng lúc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" y="372160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358444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Lịch sử giao dịch đầy đủ, dễ tra cứu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" y="4681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85632" y="469087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1E1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4690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22D3EE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C:/Users/Admin/Documents/vinh/tui-than-tai/docs/store-imgs/02-ai-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5836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Chụp ảnh.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411480" y="148132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DE6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tự ghi chép.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411480" y="2377440"/>
            <a:ext cx="1463040" cy="4572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67919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" y="2542032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Gemini Vision nhận diện hoá đơn tức thì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320040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" y="306324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💵  Hỗ trợ tờ tiền, screenshot Shopee/MoMo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" y="372160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358444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Đa ngôn ngữ: VI · EN · TH · JP · KR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" y="4681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85632" y="469087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1E1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4690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22D3EE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C:/Users/Admin/Documents/vinh/tui-than-tai/docs/store-imgs/03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5836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Biết rõ tiền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411480" y="148132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DE6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 đâu, vì sao.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411480" y="2377440"/>
            <a:ext cx="1463040" cy="4572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67919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" y="2542032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Biểu đồ thu/chi theo thời gian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320040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" y="306324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🗂️  Phân tích theo từng danh mục chi tiêu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" y="372160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358444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So sánh ngân sách vs thực chi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" y="4681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85632" y="469087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1E1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4690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22D3EE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C:/Users/Admin/Documents/vinh/tui-than-tai/docs/store-imgs/04-ba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5836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của bạn,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411480" y="1481328"/>
            <a:ext cx="55475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DE6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luôn an toàn.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411480" y="2377440"/>
            <a:ext cx="1463040" cy="4572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67919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" y="2542032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Auto backup Google Drive lúc 8:00 tối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320040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" y="306324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Xác thực OAuth 2.0 — token tự làm mới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" y="372160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358444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Khôi phục dữ liệu chỉ một chạm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" y="4681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85632" y="469087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1E1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4690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8229600" cy="82296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3657600" cy="3657600"/>
          </a:xfrm>
          <a:prstGeom prst="ellipse">
            <a:avLst/>
          </a:prstGeom>
          <a:solidFill>
            <a:srgbClr val="22D3EE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Cảm ơn bạn đã xem!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Túi Thần Tài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474720" y="2852928"/>
            <a:ext cx="2194560" cy="4572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358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4A4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 ·  Kotlin  ·  Gemini Vision  ·  Google Drive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85632" y="469087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1E1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85632" y="4690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On-screen Show (16:9)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 Tien Vinh 20213107</cp:lastModifiedBy>
  <cp:revision>2</cp:revision>
  <dcterms:created xsi:type="dcterms:W3CDTF">2026-06-10T23:13:02Z</dcterms:created>
  <dcterms:modified xsi:type="dcterms:W3CDTF">2026-06-10T23:14:26Z</dcterms:modified>
</cp:coreProperties>
</file>